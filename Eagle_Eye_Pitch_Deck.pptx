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3fa405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914400" y="1051560"/>
            <a:ext cx="10362895" cy="0"/>
          </a:xfrm>
          <a:prstGeom prst="line">
            <a:avLst/>
          </a:prstGeom>
          <a:ln w="25400">
            <a:solidFill>
              <a:srgbClr val="FFB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806440"/>
            <a:ext cx="10362895" cy="0"/>
          </a:xfrm>
          <a:prstGeom prst="line">
            <a:avLst/>
          </a:prstGeom>
          <a:ln w="12700">
            <a:solidFill>
              <a:srgbClr val="404E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B020"/>
                </a:solidFill>
                <a:latin typeface="Calibri"/>
              </a:rPr>
              <a:t>CREW-SHARABLE SITUATIONAL AWARENESS  ·  CIVILIAN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600" b="1" i="0">
                <a:solidFill>
                  <a:srgbClr val="C9D6D9"/>
                </a:solidFill>
                <a:latin typeface="Calibri Light"/>
              </a:rPr>
              <a:t>EAGLE EYE</a:t>
            </a:r>
          </a:p>
          <a:p>
            <a:r>
              <a:rPr sz="3000" b="1" i="0">
                <a:solidFill>
                  <a:srgbClr val="FFB020"/>
                </a:solidFill>
                <a:latin typeface="Calibri"/>
              </a:rPr>
              <a:t>Live Shared Detection for Phone Crews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8FA0A6"/>
                </a:solidFill>
                <a:latin typeface="Consolas"/>
              </a:rPr>
              <a:t>WebXR + WebRTC + YOLOv8n   ·   Zero configuration — works in any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mily-d34a5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020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C9D6D9"/>
                </a:solidFill>
                <a:latin typeface="Calibri Light"/>
              </a:rPr>
              <a:t>THREE PHONES — ONE SHARED VIEW</a:t>
            </a:r>
          </a:p>
          <a:p>
            <a:pPr algn="l"/>
            <a:r>
              <a:rPr sz="2000" b="0" i="0">
                <a:solidFill>
                  <a:srgbClr val="FFB020"/>
                </a:solidFill>
                <a:latin typeface="Calibri"/>
              </a:rPr>
              <a:t>Each phone streams its view and its live ARCore location to one server. When a person is spotted, every other screen shows a red X at their real 3D position — even through a wall.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ux-a2e10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020"/>
                </a:solidFill>
                <a:latin typeface="Calibri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C9D6D9"/>
                </a:solidFill>
                <a:latin typeface="Calibri Light"/>
              </a:rPr>
              <a:t>HOW IT WORKS</a:t>
            </a:r>
          </a:p>
          <a:p>
            <a:pPr algn="l"/>
            <a:r>
              <a:rPr sz="2000" b="0" i="0">
                <a:solidFill>
                  <a:srgbClr val="FFB020"/>
                </a:solidFill>
                <a:latin typeface="Calibri"/>
              </a:rPr>
              <a:t>Three plain streams — ARCore pose, camera frame, video — converge in a fusion engine that turns each detection into one real 3D point, then broadcasts it to every viewer. Nothing exotic: HTTPS, WebRTC, a WebSocket. A phone trusts the cert (one tap), enters AR, and it just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ener-ac053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020"/>
                </a:solidFill>
                <a:latin typeface="Calibri"/>
              </a:rPr>
              <a:t>THE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C9D6D9"/>
                </a:solidFill>
                <a:latin typeface="Calibri Light"/>
              </a:rPr>
              <a:t>YOU DON'T NEED TO BE THERE</a:t>
            </a:r>
          </a:p>
          <a:p>
            <a:pPr algn="l"/>
            <a:r>
              <a:rPr sz="2000" b="0" i="0">
                <a:solidFill>
                  <a:srgbClr val="FFB020"/>
                </a:solidFill>
                <a:latin typeface="Calibri"/>
              </a:rPr>
              <a:t>Detections appear on every screen, in every camera's view, within about a second — including on a wall that blocks the line of 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ming-f6cfb8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020"/>
                </a:solidFill>
                <a:latin typeface="Calibri"/>
              </a:rP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C9D6D9"/>
                </a:solidFill>
                <a:latin typeface="Calibri Light"/>
              </a:rPr>
              <a:t>FROM DETECTION TO EVERY SCREEN</a:t>
            </a:r>
          </a:p>
          <a:p>
            <a:pPr algn="l"/>
            <a:r>
              <a:rPr sz="2000" b="0" i="0">
                <a:solidFill>
                  <a:srgbClr val="FFB020"/>
                </a:solidFill>
                <a:latin typeface="Calibri"/>
              </a:rPr>
              <a:t>≤ 1.5 seconds, end to end — captured, decoded, detected, fused, and broadcast to every viewer. The hard part — locating the person in the real room — is done once, then shared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us-073c16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3550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8861A"/>
                </a:solidFill>
                <a:latin typeface="Calibri"/>
              </a:rPr>
              <a:t>M1–M2 proven  ·  M3 in progress  ·  M4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admap-3de158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B020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C9D6D9"/>
                </a:solidFill>
                <a:latin typeface="Calibri Light"/>
              </a:rPr>
              <a:t>ROADMAP</a:t>
            </a:r>
          </a:p>
          <a:p>
            <a:pPr algn="l"/>
            <a:r>
              <a:rPr sz="2000" b="0" i="0">
                <a:solidFill>
                  <a:srgbClr val="FFB020"/>
                </a:solidFill>
                <a:latin typeface="Calibri"/>
              </a:rPr>
              <a:t>Today: M1 and M2 are proven, M3 is the current build. M4 makes the prototype serious — scene mapping, identity across cameras, friend vs enemy. But M3 is what makes it useful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e-310ff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914400" y="1051560"/>
            <a:ext cx="10362895" cy="0"/>
          </a:xfrm>
          <a:prstGeom prst="line">
            <a:avLst/>
          </a:prstGeom>
          <a:ln w="25400">
            <a:solidFill>
              <a:srgbClr val="FFB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806440"/>
            <a:ext cx="10362895" cy="0"/>
          </a:xfrm>
          <a:prstGeom prst="line">
            <a:avLst/>
          </a:prstGeom>
          <a:ln w="12700">
            <a:solidFill>
              <a:srgbClr val="404E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FB020"/>
                </a:solidFill>
                <a:latin typeface="Calibri"/>
              </a:rPr>
              <a:t>EAGLE EYE  ·  CIVILIAN COMPUTER-VISION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C9D6D9"/>
                </a:solidFill>
                <a:latin typeface="Calibri Light"/>
              </a:rPr>
              <a:t/>
            </a:r>
            <a:r>
              <a:rPr sz="2200" b="0">
                <a:solidFill>
                  <a:srgbClr val="C9D6D9"/>
                </a:solidFill>
                <a:latin typeface="Arial"/>
              </a:rPr>
              <a:t>Put three phones in three rooms, point them, and one person in any of those rooms</a:t>
            </a:r>
          </a:p>
          <a:p>
            <a:pPr algn="ctr">
              <a:spcBef>
                <a:spcPts val="400"/>
              </a:spcBef>
            </a:pPr>
            <a:r>
              <a:rPr sz="2200" b="0">
                <a:solidFill>
                  <a:srgbClr val="C9D6D9"/>
                </a:solidFill>
                <a:latin typeface="Arial"/>
              </a:rPr>
              <a:t>shows up for every other screen — at their real location, through walls, 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0A6"/>
                </a:solidFill>
                <a:latin typeface="Consolas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